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rajob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rajob</dc:title>
  <dc:creator/>
  <cp:lastModifiedBy>MD Rajob</cp:lastModifiedBy>
  <cp:revision>1</cp:revision>
  <dcterms:created xsi:type="dcterms:W3CDTF">2026-10-12T15:58:25Z</dcterms:created>
  <dcterms:modified xsi:type="dcterms:W3CDTF">2026-10-12T15:58:25Z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F4FC0D111BD644DB9D919391BC4840B1_12</vt:lpwstr>
  </property>
</Properties>
</file>